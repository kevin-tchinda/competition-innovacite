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 — Détection de Hotspots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23317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DBSCAN des collisions routières · Ottawa 2017–2024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3474720"/>
            <a:ext cx="1965960" cy="10515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35204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94 334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39959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 analysées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87752" y="3474720"/>
            <a:ext cx="1965960" cy="10515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87752" y="35204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87752" y="39959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détectés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64024" y="3474720"/>
            <a:ext cx="1965960" cy="10515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64024" y="35204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64024" y="39959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clustérisés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0296" y="3474720"/>
            <a:ext cx="1965960" cy="10515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0296" y="35204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eps=80m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0296" y="39959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 de voisinage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EduSense · Ville d'Ottawa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— Pourquoi DBSCAN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651760" cy="7315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29768" y="1645920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Coordonnées en mètres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2240280"/>
            <a:ext cx="243230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UTM 18N appliquée — eps=80m correspond exactement à la largeur d'un carrefour standard à Ottawa. L'unité est directement interprétable sur le terrain.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91440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14400"/>
            <a:ext cx="2651760" cy="7315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051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64408" y="1645920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nombre de clusters fixé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2240280"/>
            <a:ext cx="243230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à K-Means, DBSCAN découvre les zones denses automatiquement. Les collisions isolées (bruit) sont identifiées sans forcer leur appartenance à un cluster.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914400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914400"/>
            <a:ext cx="2651760" cy="7315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051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99048" y="1645920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k-distance plot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99048" y="2240280"/>
            <a:ext cx="243230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k=30 voisins — distance médiane p50=70m, coude visible à ~80m. Le choix eps=80m, min_samples=20 reflète le seuil naturel de densité des données.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retenus : eps = 80 m  ·  min_samples = 20  ·  Projection UTM 18N (EPSG:32618)  ·  n_jobs = -1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globaux du clustering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9385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1440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" y="1719072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41448" y="868680"/>
            <a:ext cx="19385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41448" y="91440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41448" y="1719072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clusérisés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62856" y="868680"/>
            <a:ext cx="19385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2856" y="91440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62856" y="1719072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(collisions isolées)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84264" y="868680"/>
            <a:ext cx="19385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84264" y="914400"/>
            <a:ext cx="19385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684264" y="1719072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(taille médiane)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23160"/>
            <a:ext cx="4114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23160"/>
            <a:ext cx="64008" cy="242316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14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représente le bruit (32%) 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292608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30 191 collisions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font partie d'aucun cluster — elles sont géographiquement isolées. Ce n'est pas un défaut du modèle : ces accidents surviennent hors des corridors routiers denses, souvent sur des routes secondaires ou rurales. Ils méritent une analyse séparée (Module F — anomalies).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423160"/>
            <a:ext cx="4114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423160"/>
            <a:ext cx="64008" cy="24231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514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clusters — score de risque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926080"/>
          <a:ext cx="3749040" cy="1828800"/>
        </p:xfrm>
        <a:graphic>
          <a:graphicData uri="http://schemas.openxmlformats.org/drawingml/2006/table">
            <a:tbl>
              <a:tblPr/>
              <a:tblGrid>
                <a:gridCol w="640080"/>
                <a:gridCol w="777240"/>
                <a:gridCol w="640080"/>
                <a:gridCol w="594360"/>
                <a:gridCol w="64008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Collisions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Fatales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Vuln.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0011"/>
                          </a:solidFill>
                        </a:rPr>
                        <a:t>#1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18 146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11 159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0011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5.8%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9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0011"/>
                          </a:solidFill>
                        </a:rPr>
                        <a:t>#9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1 046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820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0011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5.0%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0011"/>
                          </a:solidFill>
                        </a:rPr>
                        <a:t>#42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600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494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90011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12.0%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9F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0011"/>
                          </a:solidFill>
                        </a:rPr>
                        <a:t>#22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560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449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7.5%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0011"/>
                          </a:solidFill>
                        </a:rPr>
                        <a:t>#219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699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404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2.3%</a:t>
                      </a:r>
                      <a:endParaRPr lang="en-US" sz="10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#1 — Le corridor central d'Ottawa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risque : 11 159  ·  18 146 collisions  ·  lat 45.40, lon -75.71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4864" cy="6583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18 146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20240" y="114300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 (taille max)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47088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47088"/>
            <a:ext cx="54864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9280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2 465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20240" y="189280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blessures non fatales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96896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596896"/>
            <a:ext cx="54864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4261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20240" y="264261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 graves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346704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346704"/>
            <a:ext cx="54864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9242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920240" y="339242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 fatales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096512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096512"/>
            <a:ext cx="54864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4223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920240" y="414223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usagers vulnérables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60520" y="1051560"/>
            <a:ext cx="46634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60520" y="1051560"/>
            <a:ext cx="4663440" cy="6400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117043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97680" y="15727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Un corridor, pas une zone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97680" y="189280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cluster couvre le cœur d'Ottawa (Elgin, Bank, Albert, Slater, Lyon). Sa forme allongée sur la carte traduit les axes autoroutiers urbains à fort débit, pas une zone circulaire homogène.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0" y="2651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Volume ≠ Taux de gravité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97680" y="29718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18 146 collisions, ce cluster domine par le volume absolu. Mais son taux de gravité (0.6%) reste proche de la moyenne. C'est un corridor à haut volume, pas à haute gravité unitaire.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97680" y="37307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Signal usagers vulnérables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97680" y="405079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 des collisions impliquent un usager vulnérable — au-dessus de la moyenne (4.5%). La densité piétonne du centre-ville explique ce résultat. Priorité aux aménagements de traversée.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#42 — Hotspot à usagers vulnérables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risque : 494  ·  600 collisions  ·  12.0 % d'usagers vulnérables  ·  lat 45.44, lon -75.66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d'usagers vulnérables — comparaison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60020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#42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664208"/>
            <a:ext cx="4310743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09975" y="160020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09397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#22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2157984"/>
            <a:ext cx="2694214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93446" y="2093976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5877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#263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2651760"/>
            <a:ext cx="2550523" cy="256032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49755" y="258775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08152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#1 (centre)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3145536"/>
            <a:ext cx="2083526" cy="256032"/>
          </a:xfrm>
          <a:prstGeom prst="rect">
            <a:avLst/>
          </a:prstGeom>
          <a:solidFill>
            <a:srgbClr val="82E0AA"/>
          </a:solidFill>
          <a:ln w="12700">
            <a:solidFill>
              <a:srgbClr val="82E0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2758" y="308152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2E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57530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dataset (4.5%)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3639312"/>
            <a:ext cx="1616529" cy="256032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5761" y="3575304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206240"/>
            <a:ext cx="850392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51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cluster #42 (Beacon Hill / Orléans Nord) concentre 12% de ses collisions avec un usager vulnérable — presque 3× la moyenne nationale. Ce secteur résidentiel à forte densité piétonne et cycliste, combiné à des artères sans feux, constitue une zone d'intervention prioritaire pour les aménagements de sécurité active.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de profils — Volume élevé vs Gravité élevée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#22 — Volume modéré, gravité marquée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928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risque: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1892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2257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graves: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23225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75234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Fatales: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7523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1821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vulnérables: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31821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2316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Kanata Nord / March 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cluster sur la March Road (banlieue ouest) présente le taux de gravité le plus élevé du top 5 (1.6%) malgré un volume modéré. Les collisions graves y sont proportionnellement plus fréquentes — signe de vitesses élevées sur une artère suburbaine peu contrôlée.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82296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822960"/>
            <a:ext cx="41148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#268 — Petit cluster, gravité maximale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1463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1463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18928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risque: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18928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32257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graves: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232257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75234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Fatales: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12280" y="275234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1821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vulnérables: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12280" y="31821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12280" y="36118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Périphérie est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406908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2.0% de collisions graves — le taux le plus élevé du top 15 — ce petit cluster de 249 collisions est un signal d'alarme. Sa faible implication d'usagers vulnérables suggère des accidents de vitesse entre véhicules, probablement sur une artère périphérique peu surveillée.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 la carte — Distribution géographique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64008" cy="129844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961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centrale (rouge foncé)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Cluster #1 : corridor Elgin/Bank/Albert — 18 146 collisions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3560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Clusters #9, #42, #22 en couronne immédiate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63677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Densité maximale : chevauchement des réseaux piéton, cycliste et automobile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837944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Action prioritaire : gestion des flux aux heures de pointe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212848"/>
            <a:ext cx="8503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12848"/>
            <a:ext cx="64008" cy="12984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286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Corridors suburbains (orange)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62432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Clusters #219, #71, #74 : axes Carling, Merivale, Baseline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82549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Volume modéré (375–699 collisions) mais gravité plus élevée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026664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Vitesses plus importantes, moins de contrôles de circulation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22783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Signalisation et contrôle de vitesse recommandés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602736"/>
            <a:ext cx="85039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602736"/>
            <a:ext cx="64008" cy="12984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6758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Périphérie rurale (vert)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4014216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296 clusters affichés ≥50 collisions sur la carte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215384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Points verts dispersés : routes régionales et collectrices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4416552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Faible densité mais taux de gravité potentiellement élevé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461772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Candidats prioritaires pour le Module F (anomalies)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&amp; Suite de l'analyse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406908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64008" cy="16002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2070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6072" y="15361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prioritaire — Cluster #1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90195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de contrôles de vitesse intelligents et d'aménagements de traversée piétonne sécurisée sur les corridors Bank, Albert et Slater.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6908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97280"/>
            <a:ext cx="64008" cy="1600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2070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19472" y="15361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résidentielle — Cluster #42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90195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de sécurité cycliste et piétonne à Beacon Hill / Orléans Nord. Taux de 12% d'usagers vulnérables — le plus élevé du top 15.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880360"/>
            <a:ext cx="406908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880360"/>
            <a:ext cx="64008" cy="160020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9900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6072" y="33192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Artères suburbaines — Clusters #22, #268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" y="368503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Révision des limites de vitesse et renforcement de la signalisation sur March Road et les corridors périphériques est (taux de gravité 1.6–2.0%).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06908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880360"/>
            <a:ext cx="64008" cy="1600200"/>
          </a:xfrm>
          <a:prstGeom prst="rect">
            <a:avLst/>
          </a:prstGeom>
          <a:solidFill>
            <a:srgbClr val="82E0AA"/>
          </a:solidFill>
          <a:ln w="12700">
            <a:solidFill>
              <a:srgbClr val="82E0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9900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E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19472" y="33192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Alimenter les modules suivants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368503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30 191 points bruit → Module F (anomalies). Les clusters à fort % hivernal → Module D. Les clusters à usagers vulnérables → Module 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EduSense · Module A — DBSCAN Hotspots · Ottawa 2017–2024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EduSense — Interprétation Module A : Hotspots DBSCAN</dc:title>
  <dc:subject>PptxGenJS Presentation</dc:subject>
  <dc:creator>PptxGenJS</dc:creator>
  <cp:lastModifiedBy>PptxGenJS</cp:lastModifiedBy>
  <cp:revision>1</cp:revision>
  <dcterms:created xsi:type="dcterms:W3CDTF">2026-03-24T20:19:39Z</dcterms:created>
  <dcterms:modified xsi:type="dcterms:W3CDTF">2026-03-24T20:19:39Z</dcterms:modified>
</cp:coreProperties>
</file>